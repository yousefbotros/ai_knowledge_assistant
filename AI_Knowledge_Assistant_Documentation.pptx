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0C0D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0C0D0"/>
                </a:solidFill>
                <a:latin typeface="Arial"/>
              </a:rPr>
              <a:t>Processing Time by File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Response Time (s)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PDF
(5 pg)</c:v>
                  </c:pt>
                  <c:pt idx="1">
                    <c:v>TXT
(10 KB)</c:v>
                  </c:pt>
                  <c:pt idx="2">
                    <c:v>CSV
(100 rows)</c:v>
                  </c:pt>
                  <c:pt idx="3">
                    <c:v>Excel
(200 rows)</c:v>
                  </c:pt>
                  <c:pt idx="4">
                    <c:v>Audio
(30 sec)</c:v>
                  </c:pt>
                  <c:pt idx="5">
                    <c:v>Web
URL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0.9</c:v>
                </c:pt>
                <c:pt idx="2">
                  <c:v>1.1</c:v>
                </c:pt>
                <c:pt idx="3">
                  <c:v>1.4</c:v>
                </c:pt>
                <c:pt idx="4">
                  <c:v>3.5</c:v>
                </c:pt>
                <c:pt idx="5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C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C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5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0C0D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0C0D0"/>
                </a:solidFill>
                <a:latin typeface="Arial"/>
              </a:rPr>
              <a:t>Answer Quality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Answer Quality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Accurate</c:v>
                </c:pt>
                <c:pt idx="1">
                  <c:v>Partially Accurate</c:v>
                </c:pt>
                <c:pt idx="2">
                  <c:v>Off-topic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</c:v>
                </c:pt>
                <c:pt idx="1">
                  <c:v>20</c:v>
                </c:pt>
                <c:pt idx="2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0C0D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5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Intelligent Document Q&amp;A System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LangChain · FAISS · Ollama · Streamlit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79476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Botros  225148   |   </a:t>
            </a:r>
            <a:pPr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Mohamed  225020   |   </a:t>
            </a:r>
            <a:pPr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Mohamed  225030   |   </a:t>
            </a:r>
            <a:pPr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Fady Gamel  225120   |   </a:t>
            </a:r>
            <a:pPr indent="0" marL="0">
              <a:buNone/>
            </a:pPr>
            <a:r>
              <a:rPr lang="en-US" sz="1100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 Hany  225246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of the project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motivation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and comparable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formats, and preprocessing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modules, and tech stack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flow, and component diagrams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and testing outcomes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and roles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6868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Knowledge Assistant is an intelligent, end-to-end document understanding platform built on Retrieval-Augmented Generation (RAG). It enables users to upload diverse document types — including PDFs, spreadsheets, plain text, and audio files — and interact with their content through a natural language interface.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leverages state-of-the-art open-source components: LangChain for orchestration, FAISS for high-speed vector similarity search, HuggingFace sentence-transformers for semantic embeddings, and Ollama's LLaMA 3 as the local large language model.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backend exposes RESTful endpoints for document processing and Q&amp;A, while a Streamlit frontend delivers a clean, conversational user experience. The platform supports Arabic and English, processes Google Drive links and web URLs, and generates concise summaries before storing knowledge in a vector database for accurate, context-grounded responses.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4023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is a growing challenge in academic and professional environments. Users are often required to manually sift through hundreds of pages of documents to find relevant answers.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 search fails to capture semantic meaning, while LLMs hallucinate without grounding. This project addresses both problems by combining: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ingestion at scale (PDF, CSV, Audio, Web)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vector search for context retrieval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LLM inference for privacy and speed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Bilingual Arabic/English 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8686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19472" y="1490472"/>
            <a:ext cx="201168" cy="20116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4356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RAG pipeline using open-source tools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19472" y="2011680"/>
            <a:ext cx="201168" cy="20116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9568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multi-format document ingestion (PDF, TXT, CSV, Excel, Audio)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19472" y="2532888"/>
            <a:ext cx="201168" cy="20116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4780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semantic Q&amp;A over uploaded documents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19472" y="3054096"/>
            <a:ext cx="201168" cy="20116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999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automatic document summarization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19472" y="3575304"/>
            <a:ext cx="201168" cy="20116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520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conversational Streamlit UI with chat history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9472" y="4096512"/>
            <a:ext cx="201168" cy="20116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041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RESTful API accessible via FastAPI + ngrok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691640"/>
          </a:xfrm>
          <a:prstGeom prst="rect">
            <a:avLst/>
          </a:prstGeom>
          <a:solidFill>
            <a:srgbClr val="0D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 – RAG Paper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Retrieval-Augmented Generation — combining dense retrieval with seq2seq generation. Foundational to this project's architecture.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743200" cy="1691640"/>
          </a:xfrm>
          <a:prstGeom prst="rect">
            <a:avLst/>
          </a:prstGeom>
          <a:solidFill>
            <a:srgbClr val="0D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9144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Framework (2022)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orchestration framework enabling chaining of LLMs, retrievers, and tools. Directly used in our pipeline.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9272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Community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914400"/>
            <a:ext cx="2743200" cy="1691640"/>
          </a:xfrm>
          <a:prstGeom prst="rect">
            <a:avLst/>
          </a:prstGeom>
          <a:solidFill>
            <a:srgbClr val="0D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9144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by Meta AI (2017)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27064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 — efficient library for dense vector similarity, enabling fast nearest-neighbor retrieval at scale.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Research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743200" cy="1691640"/>
          </a:xfrm>
          <a:prstGeom prst="rect">
            <a:avLst/>
          </a:prstGeom>
          <a:solidFill>
            <a:srgbClr val="0D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(2019)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&amp; Gurevych introduced sentence-level embeddings via siamese BERT networks. Used via all-MiniLM-L6-v2 model.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2834640"/>
            <a:ext cx="2743200" cy="1691640"/>
          </a:xfrm>
          <a:prstGeom prst="rect">
            <a:avLst/>
          </a:prstGeom>
          <a:solidFill>
            <a:srgbClr val="0D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– Meta AI (2024)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open-weights language model. Served locally via Ollama for private inference without cloud APIs.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9272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(2024)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2834640"/>
            <a:ext cx="2743200" cy="1691640"/>
          </a:xfrm>
          <a:prstGeom prst="rect">
            <a:avLst/>
          </a:prstGeom>
          <a:solidFill>
            <a:srgbClr val="0D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5624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 / LMSYS (2023)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27064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comparisons for open-source LLMs. Validates LLaMA 3 as a competitive choice for Q&amp;A tasks.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27064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48640" cy="1280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716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24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49047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papers, reports, contracts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9601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960120"/>
            <a:ext cx="548640" cy="12801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3716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124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CSV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94760" y="149047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structured tabular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89320" y="9601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89320" y="960120"/>
            <a:ext cx="54864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3716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124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29400" y="149047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.xlsx/.xls spreadsheets via pandas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24688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468880"/>
            <a:ext cx="548640" cy="12801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8803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29992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MP3/WAV → Speech-to-text (ar-EG)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54680" y="24688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468880"/>
            <a:ext cx="548640" cy="12801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88036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URL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794760" y="29992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pages via HTTP requests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989320" y="24688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89320" y="2468880"/>
            <a:ext cx="5486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288036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629400" y="29992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Drive files via gdown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20040" y="4069080"/>
            <a:ext cx="8503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40873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Pipeline:  Load → Split (1000 tokens, 200 overlap) → Embed (all-MiniLM-L6-v2) → FAISS Index → Summarize (LLaMA 3) → Q&amp;A Ready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868680"/>
          </a:xfrm>
          <a:prstGeom prst="rect">
            <a:avLst/>
          </a:prstGeom>
          <a:solidFill>
            <a:srgbClr val="1B5E7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784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069848"/>
            <a:ext cx="1828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9784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 •   Python Requests   •   Session State Chat History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29384"/>
            <a:ext cx="8503920" cy="868680"/>
          </a:xfrm>
          <a:prstGeom prst="rect">
            <a:avLst/>
          </a:prstGeom>
          <a:solidFill>
            <a:srgbClr val="006B7D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7510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066544"/>
            <a:ext cx="1828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9751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 •   Uvicorn ASGI   •   CORS Middleware   •   REST Endpoints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8503920" cy="868680"/>
          </a:xfrm>
          <a:prstGeom prst="rect">
            <a:avLst/>
          </a:prstGeom>
          <a:solidFill>
            <a:srgbClr val="005C6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 Layer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3063240"/>
            <a:ext cx="1828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9718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 •   HuggingFace Embeddings   •   FAISS Vector Store   •   Ollama LLaMA 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922776"/>
            <a:ext cx="8503920" cy="868680"/>
          </a:xfrm>
          <a:prstGeom prst="rect">
            <a:avLst/>
          </a:prstGeom>
          <a:solidFill>
            <a:srgbClr val="004D52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6849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4059936"/>
            <a:ext cx="1828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96849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/ TextLoader / CSVLoader   •   Pandas (Excel)   •   SpeechRecognition + pydub (Audio)   •   gdown (Google Drive)   •   requests (URLs)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77240" cy="8412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9264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/docs (Swagger UI)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96012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interactive API documentation via FastAPI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47672"/>
            <a:ext cx="77724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56816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386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check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2084832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947672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 ok: true, kb_ready: bool } — indicates if knowledge base is loaded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935224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35224"/>
            <a:ext cx="777240" cy="8412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4436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374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+ summarization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3072384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935224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Accepts: files (multipart), text (form), link (form). Builds FAISS vector DB from summaries.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922776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22776"/>
            <a:ext cx="777240" cy="8412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319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986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88720" y="4361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question answering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059936"/>
            <a:ext cx="18288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92277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Accepts: question (form). Uses vector retriever + LLaMA 3 to return grounded answers.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645920" cy="914400"/>
          </a:xfrm>
          <a:prstGeom prst="rect">
            <a:avLst/>
          </a:prstGeom>
          <a:solidFill>
            <a:srgbClr val="0D2535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41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070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(ui.py)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252728"/>
            <a:ext cx="6400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0698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841248"/>
            <a:ext cx="1920240" cy="91440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841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207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252728"/>
            <a:ext cx="548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841248"/>
            <a:ext cx="1920240" cy="914400"/>
          </a:xfrm>
          <a:prstGeom prst="rect">
            <a:avLst/>
          </a:prstGeom>
          <a:solidFill>
            <a:srgbClr val="0D25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841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Processor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207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TXT /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Audio / URL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1755648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755648"/>
            <a:ext cx="45720" cy="548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2331720"/>
            <a:ext cx="1828800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679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Chunk: 1000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200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011680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331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Embeddings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2715768"/>
            <a:ext cx="20574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474720"/>
            <a:ext cx="2011680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" y="3822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Top-k=5 retrieval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97864" y="3172968"/>
            <a:ext cx="36576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3474720"/>
            <a:ext cx="1828800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3822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0.0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21808" y="3172968"/>
            <a:ext cx="36576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858768"/>
            <a:ext cx="2057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3474720"/>
            <a:ext cx="2011680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Chain → Answer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3822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→ Response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3858768"/>
            <a:ext cx="475488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280160" cy="1280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418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72768" y="146304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868680"/>
            <a:ext cx="1280160" cy="12801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418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93392" y="1399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868680"/>
            <a:ext cx="1280160" cy="1280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9418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12464" y="1399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(MiniLM)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10912" y="146304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868680"/>
            <a:ext cx="1280160" cy="1280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9418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31536" y="1399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9984" y="146304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868680"/>
            <a:ext cx="1280160" cy="128016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9418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50608" y="1399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 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Indexing Phase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51760"/>
            <a:ext cx="8595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Query Phase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1280160" cy="128016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1363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74320" y="35935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72768" y="365760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93392" y="3063240"/>
            <a:ext cx="1280160" cy="1280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31363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993392" y="35935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65760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2464" y="3063240"/>
            <a:ext cx="1280160" cy="1280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31363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712464" y="35935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10912" y="365760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31536" y="3063240"/>
            <a:ext cx="1280160" cy="12801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31363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431536" y="35935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9984" y="3657600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0608" y="3063240"/>
            <a:ext cx="1280160" cy="1280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31363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150608" y="35935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1920240" cy="12801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 Eval)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86968"/>
            <a:ext cx="1920240" cy="1280160"/>
          </a:xfrm>
          <a:prstGeom prst="rect">
            <a:avLst/>
          </a:prstGeom>
          <a:solidFill>
            <a:srgbClr val="0D2535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Q&amp;A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886968"/>
            <a:ext cx="1920240" cy="12801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886968"/>
            <a:ext cx="1920240" cy="1280160"/>
          </a:xfrm>
          <a:prstGeom prst="rect">
            <a:avLst/>
          </a:prstGeom>
          <a:solidFill>
            <a:srgbClr val="0D25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Cloud API)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20040" y="2331720"/>
          <a:ext cx="50292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5486400" y="2331720"/>
          <a:ext cx="3337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54864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685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09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Botros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029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225148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23360" y="548640"/>
            <a:ext cx="1097280" cy="10972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6858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709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Mohamed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2029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225020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 Engineer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9601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95160" y="548640"/>
            <a:ext cx="1097280" cy="10972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8580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1709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Mohamed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2029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225030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6364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481328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304288" y="2377440"/>
            <a:ext cx="1097280" cy="10972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251460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72768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Fady Gamel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572768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225120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572768" y="4087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453128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276088" y="2377440"/>
            <a:ext cx="1097280" cy="109728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514600"/>
            <a:ext cx="640080" cy="6400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44568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 Hany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44568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225246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44568" y="4087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Integration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E9C46A">
              <a:alpha val="8000"/>
            </a:srgbClr>
          </a:solidFill>
          <a:ln w="12700">
            <a:solidFill>
              <a:srgbClr val="E9C46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83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functional RAG Q&amp;A system with 6+ document formats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31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286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with LLaMA 3 — zero cloud dependency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803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8346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Arabic/English support with speech-to-text pipeline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290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3832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Streamlit UI with real-time chat and sidebar knowledge builder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09728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09728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sessions  •  Cloud deployment  •  Fine-tuned domain models  •  Citation tracking  •  REST auth (JWT)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Knowledge Assistant – Project Documentation</dc:title>
  <dc:subject>PptxGenJS Presentation</dc:subject>
  <dc:creator>AI Knowledge Assistant Team</dc:creator>
  <cp:lastModifiedBy>AI Knowledge Assistant Team</cp:lastModifiedBy>
  <cp:revision>1</cp:revision>
  <dcterms:created xsi:type="dcterms:W3CDTF">2026-05-09T13:15:25Z</dcterms:created>
  <dcterms:modified xsi:type="dcterms:W3CDTF">2026-05-09T13:15:25Z</dcterms:modified>
</cp:coreProperties>
</file>